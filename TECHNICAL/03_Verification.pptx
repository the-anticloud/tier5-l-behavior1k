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/>
              <a:t>03 Verification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Project: L_BEHAVIOR1K</a:t>
            </a:r>
          </a:p>
          <a:p>
            <a:r>
              <a:t>Tier: TIER_5_WORLD_NEURO_EMBODIED</a:t>
            </a:r>
          </a:p>
          <a:p>
            <a:r>
              <a:t>Identity: Upstream StanfordVL/BEHAVIOR-1K @ bd049de3119a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Purpose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Architecture, provenance, and verification.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This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Fact | Value |</a:t>
            </a:r>
          </a:p>
          <a:p>
            <a:r>
              <a:t>| --- | --- |</a:t>
            </a:r>
          </a:p>
          <a:p>
            <a:r>
              <a:t>| Upstream | StanfordVL/BEHAVIOR-1K |</a:t>
            </a:r>
          </a:p>
          <a:p>
            <a:r>
              <a:t>| Commit | bd049de3119acdcdf2334fe9e1ebe060fa20c108 |</a:t>
            </a:r>
          </a:p>
          <a:p>
            <a:r>
              <a:t>| Upstream licence | MIT |</a:t>
            </a:r>
          </a:p>
          <a:p>
            <a:r>
              <a:t>| Licence class | permissive |</a:t>
            </a:r>
          </a:p>
          <a:p>
            <a:r>
              <a:t>| Clone size | 547.57 MB |</a:t>
            </a:r>
          </a:p>
          <a:p>
            <a:r>
              <a:t>| Ledger | 0 blocks, chain verified |</a:t>
            </a:r>
          </a:p>
          <a:p>
            <a:r>
              <a:t>| Current TRL | NOT YET MEASURED |</a:t>
            </a:r>
          </a:p>
          <a:p>
            <a:r>
              <a:t>| Post-optimisation TRL | NOT YET MEASURED |</a:t>
            </a:r>
          </a:p>
          <a:p>
            <a:r>
              <a:t>| II budget cap | 1000.0 IIU |</a:t>
            </a:r>
          </a:p>
          <a:p>
            <a:r>
              <a:t>| Verified upstream edits | 1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Known gaps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Everything above is read from an artifact. Where this document says</a:t>
            </a:r>
          </a:p>
          <a:p>
            <a:r>
              <a:t>NOT YET MEASURED, the value has not been measured for L_BEHAVIOR1K as of</a:t>
            </a:r>
          </a:p>
          <a:p>
            <a:r>
              <a:t>generation. Filling those in requires a run or a decision, not editing.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