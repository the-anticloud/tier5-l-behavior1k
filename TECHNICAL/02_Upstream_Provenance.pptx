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L_BEHAVIOR1K</a:t>
            </a:r>
          </a:p>
          <a:p>
            <a:r>
              <a:t>Tier: TIER_5_WORLD_NEURO_EMBODIED</a:t>
            </a:r>
          </a:p>
          <a:p>
            <a:r>
              <a:t>Identity: Upstream StanfordVL/BEHAVIOR-1K @ bd049de3119a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Recorded 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StanfordVL/BEHAVIOR-1K |</a:t>
            </a:r>
          </a:p>
          <a:p>
            <a:r>
              <a:t>| Commit | bd049de3119acdcdf2334fe9e1ebe060fa20c108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547.57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L_BEHAVIOR1K is vendored under MIT (permissive). Any Anticloud edit to</a:t>
            </a:r>
          </a:p>
          <a:p>
            <a:r>
              <a:t>the vendored tree is a derivative work and is tracked in</a:t>
            </a:r>
          </a:p>
          <a:p>
            <a:r>
              <a:t>anticloud-edits.json; the notice of changes is at the project NOTICE.md.</a:t>
            </a:r>
          </a:p>
          <a:p>
            <a:r>
              <a:t>Where the licence class is unknown, no edit may be applied until the</a:t>
            </a:r>
          </a:p>
          <a:p>
            <a:r>
              <a:t>licence is identified, because the absence of a licence is not a grant.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